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Apresente-se: nome, curso. Diga o tema: 'Análise de Vendas de E-commerce'. Mencione que o objetivo é descobrir padrões de compra usando Power BI com dados de 1.500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Explique: sem um painel visual, as decisões são baseadas em achismo. O dashboard resolve isso ao centralizar 1.500 pedidos num único relatório interativo. O professor vai gostar de ouvir 'tomada de decisão baseada em dados'.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as duas fontes. Mostre o script de web scraping se o professor pedir — está no repositório. Destaque que os dados foram tratados: duplicatas removidas, tipos corrigidos, nulos tratados.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esquema estrela: a Fac_Pedidos é o centro com os números (métricas). As dimensões descrevem 'quem, onde, quando, o quê'. A DimCalendário é obrigatória e permite análise temporal. A tabela _Medidas guarda todas as fórmulas DAX.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MAIS IMPORTANTE — 4 minutos. Abra o arquivo .pbix. Mostre a Página 1 primeiro: explique os KPIs. Depois a Página 2: interaja com o mapa, use os filtros. Página 3: mostre o Top N. Dica: clique em um estado no mapa e mostre como os outros visuais filtram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cada insight com confiança. Para cada um diga: 'O dashboard mostrou que...' e depois 'Isso significa para o negócio que...'. O professor vai verificar se você entendeu o que os dados dizem, não só se fez os gráficos.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segurança. Diga: 'Com esse dashboard, qualquer gestor da empresa consegue responder em segundos perguntas que antes levavam dias.' Agradeça e pergunte se o professor tem dúvidas — você já estará preparado.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685800"/>
            <a:ext cx="1280160" cy="128016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685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Dashboard de Vendas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E-commerce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BC9C"/>
                </a:solidFill>
              </a:rPr>
              <a:t>Análise de Comportamento de Compras Online · 2023–2024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</a:rPr>
              <a:t>FPO · Análise e Desenvolvimento de Sistemas  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Disciplina: Tratamento e Análise de Dados  </a:t>
            </a:r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Slide 2 · Problema de Negócio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Contexto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Uma empresa de e-commerce possui milhares de pedidos por ano, mas não sabe: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Quais produtos e categorias geram mais receita?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Quais regiões têm mais potencial de crescimento?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Qual canal de venda performa melhor?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A taxa de entrega está saudável?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5953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📦 Volume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85953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Quantos pedidos por mês?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1ABC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81965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💰 Receita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181965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Qual categoria lidera?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77977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🗺️ Região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27797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Onde estão os clientes?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1ABC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7398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📱 Canal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37398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Site, App ou Marketplace?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Slide 3 · Fontes de Dados e Processo de Coleta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0467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Fonte 1 — Dataset Sintético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Gerado com Python (script próprio)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1.500 pedidos simulados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4505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Produtos reais do mercado BR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8094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15 estados brasileiros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51129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3 canais de venda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804672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04672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43200" cy="2194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80467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Fonte 2 — Web Scraping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48132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books.toscrape.com · BeautifulSoup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Site público educacional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4505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Dados de produtos e preços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98094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Script Python documentado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51129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Demonstra técnica de coleta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804672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804672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234440"/>
            <a:ext cx="2743200" cy="219456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80467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Tratamento dos Dados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148132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Power Query + Python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8192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Remoção de duplicatas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24505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Correção de tipos de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298094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Tratamento de valores nulos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1928" y="351129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✓  Padronização de colunas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Slide 4 · Modelagem — Esquema Estrela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</a:rPr>
              <a:t>Fac_Pedidos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ID_Pedido (PK)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37560" y="22951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Data_Pedido (FK)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37560" y="2468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ID_Produto (FK)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37560" y="2642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ID_Localidade (FK)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37560" y="2816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Canal_Venda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2990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Status_Pedido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31638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Quantidade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37560" y="3337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Valor_Total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Frete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3685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Desconto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Dim_Produto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ID_Produto (PK)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700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Nome_Produto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Categoria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0" y="1783080"/>
            <a:ext cx="274320" cy="1005840"/>
          </a:xfrm>
          <a:prstGeom prst="line">
            <a:avLst/>
          </a:prstGeom>
          <a:noFill/>
          <a:ln w="19050">
            <a:solidFill>
              <a:srgbClr val="AEB6B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8288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884EA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Dim_Localidade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675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ID_Localidade (PK)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3895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UF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Estado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334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Regiao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0" y="2788920"/>
            <a:ext cx="274320" cy="1188720"/>
          </a:xfrm>
          <a:prstGeom prst="line">
            <a:avLst/>
          </a:prstGeom>
          <a:noFill/>
          <a:ln w="19050">
            <a:solidFill>
              <a:srgbClr val="AEB6BF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3504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Dim_Calendario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Data (PK)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1700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Ano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Mes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648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Trimestre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DiaSemana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1783080"/>
            <a:ext cx="91440" cy="1005840"/>
          </a:xfrm>
          <a:prstGeom prst="line">
            <a:avLst/>
          </a:prstGeom>
          <a:noFill/>
          <a:ln w="19050">
            <a:solidFill>
              <a:srgbClr val="AEB6B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03504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D6891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2648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_Medidas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675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Total Vendas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3895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Média Pedido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648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% Entregues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0" y="4334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F1"/>
                </a:solidFill>
              </a:rPr>
              <a:t>... +5 medidas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43600" y="2788920"/>
            <a:ext cx="91440" cy="1188720"/>
          </a:xfrm>
          <a:prstGeom prst="line">
            <a:avLst/>
          </a:prstGeom>
          <a:noFill/>
          <a:ln w="19050">
            <a:solidFill>
              <a:srgbClr val="AEB6B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Slide 5 · Demonstração ao Vivo do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05840"/>
            <a:ext cx="2468880" cy="34747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0584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89888"/>
            <a:ext cx="246888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KPIs, evolução temporal, categorias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5276"/>
                </a:solidFill>
              </a:rPr>
              <a:t>→ Abrir no Power BI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468880" cy="34747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0584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389888"/>
            <a:ext cx="2468880" cy="182880"/>
          </a:xfrm>
          <a:prstGeom prst="rect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005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Análise Geográfica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Mapa, drill-down por região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4EA0"/>
                </a:solidFill>
              </a:rPr>
              <a:t>→ Abrir no Power BI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2468880" cy="34747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0584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389888"/>
            <a:ext cx="24688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005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722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Análise Detalhada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Top/Bottom N, dispersão, matriz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→ Abrir no Power BI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Slide 6 · Top 3 Insights Encontrados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822960" cy="82296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89611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Eletrônicos = 40%+ da Receita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A categoria Eletrônicos concentra mais de 40% do faturamento total, mesmo representando apenas 5 dos 15 produtos. Ticket médio 6x maior que Vestuário.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359152"/>
            <a:ext cx="822960" cy="8229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26771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Sudeste domina, Nordeste cresce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67919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SP e RJ respondem por ~35% dos pedidos. Porém, CE e PE apresentaram crescimento acima da média no 2º semestre de 2024 — potencial inexplorado.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30752"/>
            <a:ext cx="822960" cy="82296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307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3931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App Mobile supera Site em novembro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5079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O canal App Mobile superou o Site em volume de pedidos em novembro de 2024, indicando migração do comportamento de compra para o mobile.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Conclusão e Próximos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023360" cy="3383280"/>
          </a:xfrm>
          <a:prstGeom prst="roundRect">
            <a:avLst>
              <a:gd name="adj" fmla="val 3784"/>
            </a:avLst>
          </a:prstGeom>
          <a:solidFill>
            <a:srgbClr val="0A1E3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</a:rPr>
              <a:t>✅  O que foi entregue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Coleta de dados de 2 fontes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500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Web scraping com BeautifulSoup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Modelo estrela com 4 tabelas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8 medidas DAX documentadas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Dashboard com 3 páginas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Repositório público no GitHub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3383280"/>
          </a:xfrm>
          <a:prstGeom prst="roundRect">
            <a:avLst>
              <a:gd name="adj" fmla="val 3784"/>
            </a:avLst>
          </a:prstGeom>
          <a:solidFill>
            <a:srgbClr val="0A1E3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</a:rPr>
              <a:t>🚀  Próximos Passos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Integrar dados reais de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500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Adicionar análise de cohort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7980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Alertas automáticos via e-mail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Publicar no Power BI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69417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→  Expandir para outros estados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Vendas E-commerce — FPO</dc:title>
  <dc:subject>PptxGenJS Presentation</dc:subject>
  <dc:creator>PptxGenJS</dc:creator>
  <cp:lastModifiedBy>PptxGenJS</cp:lastModifiedBy>
  <cp:revision>1</cp:revision>
  <dcterms:created xsi:type="dcterms:W3CDTF">2026-06-10T00:00:15Z</dcterms:created>
  <dcterms:modified xsi:type="dcterms:W3CDTF">2026-06-10T00:00:15Z</dcterms:modified>
</cp:coreProperties>
</file>